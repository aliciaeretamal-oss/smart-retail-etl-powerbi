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s-E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6025218" name="Marcador de encabezado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31215971" name="Marcador de fecha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s-ES"/>
              <a:t>10/30/2013</a:t>
            </a:fld>
            <a:endParaRPr lang="es-ES"/>
          </a:p>
        </p:txBody>
      </p:sp>
      <p:sp>
        <p:nvSpPr>
          <p:cNvPr id="212961714" name="Marcador de imagen de diapositiva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s-ES"/>
          </a:p>
        </p:txBody>
      </p:sp>
      <p:sp>
        <p:nvSpPr>
          <p:cNvPr id="1384600863" name="Marcador de notas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1843030082" name="Marcador de pie de página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216812856" name="Marcador de número de diapositiva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s-ES"/>
              <a:t>‹#›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5398728" name="Marcador de imagen de diapositiva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27641" name="Marcador de notas 4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s-ES">
              <a:latin typeface="Arial"/>
              <a:cs typeface="Arial"/>
            </a:endParaRPr>
          </a:p>
        </p:txBody>
      </p:sp>
      <p:sp>
        <p:nvSpPr>
          <p:cNvPr id="1784940352" name="Marcador de número de diapositiva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s-ES"/>
              <a:t>1</a:t>
            </a:fld>
            <a:endParaRPr lang="es-E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7CE70E8-CEE1-D836-9AC3-152F5FD5825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40345B-DEF7-0E9A-43D8-CED68EDCB91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1EFAB47-9AAB-0D4A-FD42-2BEAD1674EA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DA015A-39FD-C53A-272D-8C21CBEFA48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92AF54-41CD-3403-152D-B4524822583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Diapositiva de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539670" name="Título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1007367281" name="Subtítulo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s-ES"/>
              <a:t>Haga clic para modificar el estilo de subtítulo del patrón</a:t>
            </a:r>
            <a:endParaRPr lang="es-ES"/>
          </a:p>
        </p:txBody>
      </p:sp>
      <p:sp>
        <p:nvSpPr>
          <p:cNvPr id="1344816399" name="Marcador de fech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772329620" name="Marcador de pie de pá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2124593556" name="Marcador de número de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ítulo y objeto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55851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2078539546" name="Marcador de contenid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617522604" name="Marcador de fech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944861180" name="Marcador de pie de pá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683201621" name="Marcador de número de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Encabezado de secció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2714366" name="Título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195281923" name="Marcador de texto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</p:txBody>
      </p:sp>
      <p:sp>
        <p:nvSpPr>
          <p:cNvPr id="299072198" name="Marcador de fech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1170289153" name="Marcador de pie de pá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128075412" name="Marcador de número de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Dos objeto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1479401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604392632" name="Marcador de contenido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1365868582" name="Marcador de contenido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1384601588" name="Marcador de fech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391536555" name="Marcador de pie de pá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618631014" name="Marcador de número de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ació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5653690" name="Título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465689196" name="Marcador de texto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</p:txBody>
      </p:sp>
      <p:sp>
        <p:nvSpPr>
          <p:cNvPr id="1912709655" name="Marcador de contenido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425039728" name="Marcador de texto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</p:txBody>
      </p:sp>
      <p:sp>
        <p:nvSpPr>
          <p:cNvPr id="1001159065" name="Marcador de contenido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380313453" name="Marcador de fecha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395736350" name="Marcador de pie de página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693605773" name="Marcador de número de diapositiva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Solo el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2241427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2060450926" name="Marcador de fecha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1772423882" name="Marcador de pie de página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888477658" name="Marcador de número de diapositiva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En blanc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06585" name="Marcador de fecha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350807413" name="Marcador de pie de página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771033019" name="Marcador de número de diapositiva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ido con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859136" name="Título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2130981012" name="Marcador de contenido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992669982" name="Marcador de texto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</p:txBody>
      </p:sp>
      <p:sp>
        <p:nvSpPr>
          <p:cNvPr id="1099324531" name="Marcador de fech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773840533" name="Marcador de pie de pá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2035341738" name="Marcador de número de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Imagen con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4728106" name="Título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1563946117" name="Marcador de posición de imagen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s-ES"/>
              <a:t>Haga clic en el icono para agregar una imagen</a:t>
            </a:r>
            <a:endParaRPr lang="es-ES"/>
          </a:p>
        </p:txBody>
      </p:sp>
      <p:sp>
        <p:nvSpPr>
          <p:cNvPr id="1879232795" name="Marcador de texto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</p:txBody>
      </p:sp>
      <p:sp>
        <p:nvSpPr>
          <p:cNvPr id="1947949917" name="Marcador de fech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1009823778" name="Marcador de pie de pá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932799975" name="Marcador de número de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ítulo y texto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764685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1394629679" name="Marcador de texto vertical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1279248944" name="Marcador de fech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1300285441" name="Marcador de pie de pá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493112878" name="Marcador de número de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Título vertical y tex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9865306" name="Título vertica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20570150" name="Marcador de texto vertical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588374693" name="Marcador de fech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2103753205" name="Marcador de pie de pá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173342590" name="Marcador de número de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108836" name="Marcador de título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780326484" name="Marcador de texto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1697524829" name="Marcador de fecha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930428616" name="Marcador de pie de página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41587439" name="Marcador de número de diapositiva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7492309" name="Título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s-MX"/>
              <a:t>Paso a Paso</a:t>
            </a:r>
            <a:endParaRPr lang="es-ES"/>
          </a:p>
        </p:txBody>
      </p:sp>
      <p:sp>
        <p:nvSpPr>
          <p:cNvPr id="1947863192" name="Subtítulo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es-MX"/>
              <a:t>Obtención de datos y visualizacion en Power BI</a:t>
            </a:r>
            <a:endParaRPr lang="es-MX"/>
          </a:p>
          <a:p>
            <a:pPr>
              <a:defRPr/>
            </a:pPr>
            <a:r>
              <a:rPr lang="es-MX"/>
              <a:t>Alicia Retamal Duran</a:t>
            </a:r>
            <a:endParaRPr lang="es-E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7898311" name=""/>
          <p:cNvSpPr txBox="1"/>
          <p:nvPr/>
        </p:nvSpPr>
        <p:spPr bwMode="auto">
          <a:xfrm rot="0" flipH="0" flipV="0">
            <a:off x="4153107" y="5444697"/>
            <a:ext cx="3365315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s-MX"/>
              <a:t> </a:t>
            </a:r>
            <a:endParaRPr lang="es-MX"/>
          </a:p>
          <a:p>
            <a:pPr>
              <a:defRPr/>
            </a:pPr>
            <a:r>
              <a:rPr lang="es-MX"/>
              <a:t>3. Verificar que el delimitador sea coma y posteriormente se selecciona “Transferir datos”</a:t>
            </a:r>
            <a:endParaRPr/>
          </a:p>
        </p:txBody>
      </p:sp>
      <p:pic>
        <p:nvPicPr>
          <p:cNvPr id="42815683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76820" y="312539"/>
            <a:ext cx="5254142" cy="3985733"/>
          </a:xfrm>
          <a:prstGeom prst="rect">
            <a:avLst/>
          </a:prstGeom>
        </p:spPr>
      </p:pic>
      <p:sp>
        <p:nvSpPr>
          <p:cNvPr id="513139655" name=""/>
          <p:cNvSpPr txBox="1"/>
          <p:nvPr/>
        </p:nvSpPr>
        <p:spPr bwMode="auto">
          <a:xfrm rot="0" flipH="0" flipV="0">
            <a:off x="276820" y="4430315"/>
            <a:ext cx="4458157" cy="9147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9" indent="-283879" algn="l">
              <a:buAutoNum type="arabicPeriod"/>
              <a:defRPr/>
            </a:pPr>
            <a:r>
              <a:rPr lang="es-MX"/>
              <a:t>Abrir Power BI Desktop</a:t>
            </a:r>
            <a:endParaRPr lang="es-MX"/>
          </a:p>
          <a:p>
            <a:pPr algn="l">
              <a:defRPr/>
            </a:pPr>
            <a:r>
              <a:rPr lang="es-MX"/>
              <a:t>Seleccionar pestaña Inicio -&gt; Obtener datos -&gt; Seleccionar CSV</a:t>
            </a:r>
            <a:endParaRPr lang="es-MX"/>
          </a:p>
        </p:txBody>
      </p:sp>
      <p:pic>
        <p:nvPicPr>
          <p:cNvPr id="916737823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157900" y="312539"/>
            <a:ext cx="5046723" cy="2895439"/>
          </a:xfrm>
          <a:prstGeom prst="rect">
            <a:avLst/>
          </a:prstGeom>
        </p:spPr>
      </p:pic>
      <p:sp>
        <p:nvSpPr>
          <p:cNvPr id="1687737006" name=""/>
          <p:cNvSpPr txBox="1"/>
          <p:nvPr/>
        </p:nvSpPr>
        <p:spPr bwMode="auto">
          <a:xfrm rot="0" flipH="0" flipV="0">
            <a:off x="7033065" y="61197"/>
            <a:ext cx="363358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s-MX"/>
              <a:t>2. Seleccionar archivo Ventas.csv</a:t>
            </a:r>
            <a:endParaRPr lang="es-MX"/>
          </a:p>
        </p:txBody>
      </p:sp>
      <p:pic>
        <p:nvPicPr>
          <p:cNvPr id="16518485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7413163" y="3241058"/>
            <a:ext cx="4276845" cy="35266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7299857" name=""/>
          <p:cNvSpPr txBox="1"/>
          <p:nvPr/>
        </p:nvSpPr>
        <p:spPr bwMode="auto">
          <a:xfrm rot="0" flipH="0" flipV="0">
            <a:off x="120585" y="148827"/>
            <a:ext cx="3964227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s-MX"/>
              <a:t>4. En Power Query</a:t>
            </a:r>
            <a:r>
              <a:rPr lang="es-MX"/>
              <a:t>:</a:t>
            </a:r>
            <a:br>
              <a:rPr lang="es-MX"/>
            </a:br>
            <a:r>
              <a:rPr lang="es-MX"/>
              <a:t>Inicio -&gt; Nuevo origen -&gt; Excel</a:t>
            </a:r>
            <a:endParaRPr/>
          </a:p>
        </p:txBody>
      </p:sp>
      <p:sp>
        <p:nvSpPr>
          <p:cNvPr id="328393233" name=""/>
          <p:cNvSpPr txBox="1"/>
          <p:nvPr/>
        </p:nvSpPr>
        <p:spPr bwMode="auto">
          <a:xfrm rot="0" flipH="0" flipV="0">
            <a:off x="7413163" y="238124"/>
            <a:ext cx="3976107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s-MX"/>
              <a:t>5. Seleccionar Inventario.xlsx y Abrir</a:t>
            </a:r>
            <a:endParaRPr/>
          </a:p>
        </p:txBody>
      </p:sp>
      <p:pic>
        <p:nvPicPr>
          <p:cNvPr id="180530553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1054" y="863202"/>
            <a:ext cx="5525333" cy="4192512"/>
          </a:xfrm>
          <a:prstGeom prst="rect">
            <a:avLst/>
          </a:prstGeom>
        </p:spPr>
      </p:pic>
      <p:pic>
        <p:nvPicPr>
          <p:cNvPr id="1157399161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5880234" y="789267"/>
            <a:ext cx="5929432" cy="46733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6611989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27783" y="1175742"/>
            <a:ext cx="4859481" cy="4225674"/>
          </a:xfrm>
          <a:prstGeom prst="rect">
            <a:avLst/>
          </a:prstGeom>
        </p:spPr>
      </p:pic>
      <p:sp>
        <p:nvSpPr>
          <p:cNvPr id="1029354377" name=""/>
          <p:cNvSpPr txBox="1"/>
          <p:nvPr/>
        </p:nvSpPr>
        <p:spPr bwMode="auto">
          <a:xfrm rot="0" flipH="0" flipV="0">
            <a:off x="462890" y="610194"/>
            <a:ext cx="3499957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s-MX"/>
              <a:t>6. Seleccionar los datos y cargar</a:t>
            </a:r>
            <a:endParaRPr/>
          </a:p>
        </p:txBody>
      </p:sp>
      <p:pic>
        <p:nvPicPr>
          <p:cNvPr id="1441507435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5389101" y="1845174"/>
            <a:ext cx="6434515" cy="3987998"/>
          </a:xfrm>
          <a:prstGeom prst="rect">
            <a:avLst/>
          </a:prstGeom>
        </p:spPr>
      </p:pic>
      <p:sp>
        <p:nvSpPr>
          <p:cNvPr id="58911321" name=""/>
          <p:cNvSpPr txBox="1"/>
          <p:nvPr/>
        </p:nvSpPr>
        <p:spPr bwMode="auto">
          <a:xfrm rot="0" flipH="0" flipV="0">
            <a:off x="5567636" y="610194"/>
            <a:ext cx="6207315" cy="11890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s-MX"/>
              <a:t>7. Estandarización y renombrado de columnas </a:t>
            </a:r>
            <a:br>
              <a:rPr lang="es-MX"/>
            </a:br>
            <a:r>
              <a:rPr lang="es-MX"/>
              <a:t>(y cambio de nombre de libro excel “sheet 1” a “Inventario”)</a:t>
            </a:r>
            <a:br>
              <a:rPr lang="es-MX"/>
            </a:br>
            <a:r>
              <a:rPr lang="es-MX"/>
              <a:t>8. Se verifica formato de celda en ambas tablas,</a:t>
            </a:r>
            <a:br>
              <a:rPr lang="es-MX"/>
            </a:br>
            <a:r>
              <a:rPr lang="es-MX"/>
              <a:t>seleccionando texto, número o moneda según corresponda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4630596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56367" y="708424"/>
            <a:ext cx="8410241" cy="4527916"/>
          </a:xfrm>
          <a:prstGeom prst="rect">
            <a:avLst/>
          </a:prstGeom>
        </p:spPr>
      </p:pic>
      <p:sp>
        <p:nvSpPr>
          <p:cNvPr id="1892442413" name=""/>
          <p:cNvSpPr txBox="1"/>
          <p:nvPr/>
        </p:nvSpPr>
        <p:spPr bwMode="auto">
          <a:xfrm rot="0" flipH="0" flipV="0">
            <a:off x="581952" y="342304"/>
            <a:ext cx="2025558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s-MX"/>
              <a:t>9. Cerrar y Aplicar </a:t>
            </a:r>
            <a:endParaRPr/>
          </a:p>
        </p:txBody>
      </p:sp>
      <p:pic>
        <p:nvPicPr>
          <p:cNvPr id="1715515908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141835" y="2372380"/>
            <a:ext cx="5849547" cy="4440018"/>
          </a:xfrm>
          <a:prstGeom prst="rect">
            <a:avLst/>
          </a:prstGeom>
        </p:spPr>
      </p:pic>
      <p:sp>
        <p:nvSpPr>
          <p:cNvPr id="198672163" name=""/>
          <p:cNvSpPr txBox="1"/>
          <p:nvPr/>
        </p:nvSpPr>
        <p:spPr bwMode="auto">
          <a:xfrm rot="0" flipH="0" flipV="0">
            <a:off x="6043944" y="1457620"/>
            <a:ext cx="5928043" cy="91476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s-MX">
                <a:highlight>
                  <a:srgbClr val="FFFFFF"/>
                </a:highlight>
              </a:rPr>
              <a:t>1</a:t>
            </a:r>
            <a:r>
              <a:rPr lang="es-MX">
                <a:highlight>
                  <a:srgbClr val="FFFFFF"/>
                </a:highlight>
              </a:rPr>
              <a:t>0. Seleccionarla pestaña de tabla en el panel izquierdo; </a:t>
            </a:r>
            <a:br>
              <a:rPr lang="es-MX">
                <a:highlight>
                  <a:srgbClr val="FFFFFF"/>
                </a:highlight>
              </a:rPr>
            </a:br>
            <a:r>
              <a:rPr lang="es-MX">
                <a:highlight>
                  <a:srgbClr val="FFFFFF"/>
                </a:highlight>
              </a:rPr>
              <a:t>seleccionar los datos, agregar la columna e ingresar el </a:t>
            </a:r>
            <a:br>
              <a:rPr lang="es-MX">
                <a:highlight>
                  <a:srgbClr val="FFFFFF"/>
                </a:highlight>
              </a:rPr>
            </a:br>
            <a:r>
              <a:rPr lang="es-MX">
                <a:highlight>
                  <a:srgbClr val="FFFFFF"/>
                </a:highlight>
              </a:rPr>
              <a:t>DAX que aparece en la imagen</a:t>
            </a:r>
            <a:endParaRPr>
              <a:highlight>
                <a:srgbClr val="FFFFFF"/>
              </a:highligh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ONLYOFFICE/9.1.0.167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2026-09-03T03:26:33Z</dcterms:modified>
</cp:coreProperties>
</file>